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0" r:id="rId1"/>
  </p:sldMasterIdLst>
  <p:sldIdLst>
    <p:sldId id="256" r:id="rId2"/>
  </p:sldIdLst>
  <p:sldSz cx="5400675" cy="50403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F2F3"/>
    <a:srgbClr val="F9F8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1A79CE5-139E-C641-AD3E-09C51B89859F}" v="8" dt="2026-07-27T11:05:58.47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56"/>
    <p:restoredTop sz="94658"/>
  </p:normalViewPr>
  <p:slideViewPr>
    <p:cSldViewPr snapToGrid="0">
      <p:cViewPr varScale="1">
        <p:scale>
          <a:sx n="157" d="100"/>
          <a:sy n="157" d="100"/>
        </p:scale>
        <p:origin x="24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blo Lopez-Tarifa" userId="cee9dd59-b929-45f6-b309-b6095fcca39b" providerId="ADAL" clId="{7DBB9EE6-AD92-5BF3-945A-E5C30DB93B8E}"/>
    <pc:docChg chg="modSld">
      <pc:chgData name="Pablo Lopez-Tarifa" userId="cee9dd59-b929-45f6-b309-b6095fcca39b" providerId="ADAL" clId="{7DBB9EE6-AD92-5BF3-945A-E5C30DB93B8E}" dt="2026-07-28T07:55:51.823" v="19" actId="20577"/>
      <pc:docMkLst>
        <pc:docMk/>
      </pc:docMkLst>
      <pc:sldChg chg="modSp mod">
        <pc:chgData name="Pablo Lopez-Tarifa" userId="cee9dd59-b929-45f6-b309-b6095fcca39b" providerId="ADAL" clId="{7DBB9EE6-AD92-5BF3-945A-E5C30DB93B8E}" dt="2026-07-28T07:55:51.823" v="19" actId="20577"/>
        <pc:sldMkLst>
          <pc:docMk/>
          <pc:sldMk cId="2890507671" sldId="256"/>
        </pc:sldMkLst>
        <pc:spChg chg="mod">
          <ac:chgData name="Pablo Lopez-Tarifa" userId="cee9dd59-b929-45f6-b309-b6095fcca39b" providerId="ADAL" clId="{7DBB9EE6-AD92-5BF3-945A-E5C30DB93B8E}" dt="2026-07-28T07:55:51.823" v="19" actId="20577"/>
          <ac:spMkLst>
            <pc:docMk/>
            <pc:sldMk cId="2890507671" sldId="256"/>
            <ac:spMk id="5" creationId="{9BF3D0E5-1B02-C86B-7FEE-054CC6955DEA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05051" y="824885"/>
            <a:ext cx="4590574" cy="1754776"/>
          </a:xfrm>
        </p:spPr>
        <p:txBody>
          <a:bodyPr anchor="b"/>
          <a:lstStyle>
            <a:lvl1pPr algn="ctr">
              <a:defRPr sz="3544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75085" y="2647331"/>
            <a:ext cx="4050506" cy="1216909"/>
          </a:xfrm>
        </p:spPr>
        <p:txBody>
          <a:bodyPr/>
          <a:lstStyle>
            <a:lvl1pPr marL="0" indent="0" algn="ctr">
              <a:buNone/>
              <a:defRPr sz="1417"/>
            </a:lvl1pPr>
            <a:lvl2pPr marL="270022" indent="0" algn="ctr">
              <a:buNone/>
              <a:defRPr sz="1181"/>
            </a:lvl2pPr>
            <a:lvl3pPr marL="540045" indent="0" algn="ctr">
              <a:buNone/>
              <a:defRPr sz="1063"/>
            </a:lvl3pPr>
            <a:lvl4pPr marL="810067" indent="0" algn="ctr">
              <a:buNone/>
              <a:defRPr sz="945"/>
            </a:lvl4pPr>
            <a:lvl5pPr marL="1080089" indent="0" algn="ctr">
              <a:buNone/>
              <a:defRPr sz="945"/>
            </a:lvl5pPr>
            <a:lvl6pPr marL="1350112" indent="0" algn="ctr">
              <a:buNone/>
              <a:defRPr sz="945"/>
            </a:lvl6pPr>
            <a:lvl7pPr marL="1620134" indent="0" algn="ctr">
              <a:buNone/>
              <a:defRPr sz="945"/>
            </a:lvl7pPr>
            <a:lvl8pPr marL="1890156" indent="0" algn="ctr">
              <a:buNone/>
              <a:defRPr sz="945"/>
            </a:lvl8pPr>
            <a:lvl9pPr marL="2160179" indent="0" algn="ctr">
              <a:buNone/>
              <a:defRPr sz="945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1A179-2826-B94E-B378-7E45598DB11F}" type="datetimeFigureOut">
              <a:rPr lang="en-NL" smtClean="0"/>
              <a:t>28/07/2026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D1CE5-9AC4-2C43-86EE-D71EBB327DF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910438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1A179-2826-B94E-B378-7E45598DB11F}" type="datetimeFigureOut">
              <a:rPr lang="en-NL" smtClean="0"/>
              <a:t>28/07/2026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D1CE5-9AC4-2C43-86EE-D71EBB327DF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3099990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8484" y="1256579"/>
            <a:ext cx="4658082" cy="2096630"/>
          </a:xfrm>
        </p:spPr>
        <p:txBody>
          <a:bodyPr anchor="b"/>
          <a:lstStyle>
            <a:lvl1pPr>
              <a:defRPr sz="3544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68484" y="3373044"/>
            <a:ext cx="4658082" cy="1102568"/>
          </a:xfrm>
        </p:spPr>
        <p:txBody>
          <a:bodyPr/>
          <a:lstStyle>
            <a:lvl1pPr marL="0" indent="0">
              <a:buNone/>
              <a:defRPr sz="1417">
                <a:solidFill>
                  <a:schemeClr val="tx1">
                    <a:tint val="82000"/>
                  </a:schemeClr>
                </a:solidFill>
              </a:defRPr>
            </a:lvl1pPr>
            <a:lvl2pPr marL="270022" indent="0">
              <a:buNone/>
              <a:defRPr sz="1181">
                <a:solidFill>
                  <a:schemeClr val="tx1">
                    <a:tint val="82000"/>
                  </a:schemeClr>
                </a:solidFill>
              </a:defRPr>
            </a:lvl2pPr>
            <a:lvl3pPr marL="540045" indent="0">
              <a:buNone/>
              <a:defRPr sz="1063">
                <a:solidFill>
                  <a:schemeClr val="tx1">
                    <a:tint val="82000"/>
                  </a:schemeClr>
                </a:solidFill>
              </a:defRPr>
            </a:lvl3pPr>
            <a:lvl4pPr marL="810067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4pPr>
            <a:lvl5pPr marL="1080089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5pPr>
            <a:lvl6pPr marL="1350112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6pPr>
            <a:lvl7pPr marL="1620134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7pPr>
            <a:lvl8pPr marL="1890156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8pPr>
            <a:lvl9pPr marL="2160179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1A179-2826-B94E-B378-7E45598DB11F}" type="datetimeFigureOut">
              <a:rPr lang="en-NL" smtClean="0"/>
              <a:t>28/07/2026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D1CE5-9AC4-2C43-86EE-D71EBB327DF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775921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71296" y="1341750"/>
            <a:ext cx="2295287" cy="319803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734092" y="1341750"/>
            <a:ext cx="2295287" cy="319803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1A179-2826-B94E-B378-7E45598DB11F}" type="datetimeFigureOut">
              <a:rPr lang="en-NL" smtClean="0"/>
              <a:t>28/07/2026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D1CE5-9AC4-2C43-86EE-D71EBB327DF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944737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2000" y="268351"/>
            <a:ext cx="4658082" cy="97422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72001" y="1235577"/>
            <a:ext cx="2284738" cy="605537"/>
          </a:xfrm>
        </p:spPr>
        <p:txBody>
          <a:bodyPr anchor="b"/>
          <a:lstStyle>
            <a:lvl1pPr marL="0" indent="0">
              <a:buNone/>
              <a:defRPr sz="1417" b="1"/>
            </a:lvl1pPr>
            <a:lvl2pPr marL="270022" indent="0">
              <a:buNone/>
              <a:defRPr sz="1181" b="1"/>
            </a:lvl2pPr>
            <a:lvl3pPr marL="540045" indent="0">
              <a:buNone/>
              <a:defRPr sz="1063" b="1"/>
            </a:lvl3pPr>
            <a:lvl4pPr marL="810067" indent="0">
              <a:buNone/>
              <a:defRPr sz="945" b="1"/>
            </a:lvl4pPr>
            <a:lvl5pPr marL="1080089" indent="0">
              <a:buNone/>
              <a:defRPr sz="945" b="1"/>
            </a:lvl5pPr>
            <a:lvl6pPr marL="1350112" indent="0">
              <a:buNone/>
              <a:defRPr sz="945" b="1"/>
            </a:lvl6pPr>
            <a:lvl7pPr marL="1620134" indent="0">
              <a:buNone/>
              <a:defRPr sz="945" b="1"/>
            </a:lvl7pPr>
            <a:lvl8pPr marL="1890156" indent="0">
              <a:buNone/>
              <a:defRPr sz="945" b="1"/>
            </a:lvl8pPr>
            <a:lvl9pPr marL="2160179" indent="0">
              <a:buNone/>
              <a:defRPr sz="945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72001" y="1841114"/>
            <a:ext cx="2284738" cy="270800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734092" y="1235577"/>
            <a:ext cx="2295990" cy="605537"/>
          </a:xfrm>
        </p:spPr>
        <p:txBody>
          <a:bodyPr anchor="b"/>
          <a:lstStyle>
            <a:lvl1pPr marL="0" indent="0">
              <a:buNone/>
              <a:defRPr sz="1417" b="1"/>
            </a:lvl1pPr>
            <a:lvl2pPr marL="270022" indent="0">
              <a:buNone/>
              <a:defRPr sz="1181" b="1"/>
            </a:lvl2pPr>
            <a:lvl3pPr marL="540045" indent="0">
              <a:buNone/>
              <a:defRPr sz="1063" b="1"/>
            </a:lvl3pPr>
            <a:lvl4pPr marL="810067" indent="0">
              <a:buNone/>
              <a:defRPr sz="945" b="1"/>
            </a:lvl4pPr>
            <a:lvl5pPr marL="1080089" indent="0">
              <a:buNone/>
              <a:defRPr sz="945" b="1"/>
            </a:lvl5pPr>
            <a:lvl6pPr marL="1350112" indent="0">
              <a:buNone/>
              <a:defRPr sz="945" b="1"/>
            </a:lvl6pPr>
            <a:lvl7pPr marL="1620134" indent="0">
              <a:buNone/>
              <a:defRPr sz="945" b="1"/>
            </a:lvl7pPr>
            <a:lvl8pPr marL="1890156" indent="0">
              <a:buNone/>
              <a:defRPr sz="945" b="1"/>
            </a:lvl8pPr>
            <a:lvl9pPr marL="2160179" indent="0">
              <a:buNone/>
              <a:defRPr sz="945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734092" y="1841114"/>
            <a:ext cx="2295990" cy="270800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1A179-2826-B94E-B378-7E45598DB11F}" type="datetimeFigureOut">
              <a:rPr lang="en-NL" smtClean="0"/>
              <a:t>28/07/2026</a:t>
            </a:fld>
            <a:endParaRPr lang="en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D1CE5-9AC4-2C43-86EE-D71EBB327DF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2607941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1A179-2826-B94E-B378-7E45598DB11F}" type="datetimeFigureOut">
              <a:rPr lang="en-NL" smtClean="0"/>
              <a:t>28/07/2026</a:t>
            </a:fld>
            <a:endParaRPr lang="en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D1CE5-9AC4-2C43-86EE-D71EBB327DF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9322851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1A179-2826-B94E-B378-7E45598DB11F}" type="datetimeFigureOut">
              <a:rPr lang="en-NL" smtClean="0"/>
              <a:t>28/07/2026</a:t>
            </a:fld>
            <a:endParaRPr lang="en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D1CE5-9AC4-2C43-86EE-D71EBB327DF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818328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2000" y="336021"/>
            <a:ext cx="1741858" cy="1176073"/>
          </a:xfrm>
        </p:spPr>
        <p:txBody>
          <a:bodyPr anchor="b"/>
          <a:lstStyle>
            <a:lvl1pPr>
              <a:defRPr sz="189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95990" y="725713"/>
            <a:ext cx="2734092" cy="3581889"/>
          </a:xfrm>
        </p:spPr>
        <p:txBody>
          <a:bodyPr/>
          <a:lstStyle>
            <a:lvl1pPr>
              <a:defRPr sz="1890"/>
            </a:lvl1pPr>
            <a:lvl2pPr>
              <a:defRPr sz="1654"/>
            </a:lvl2pPr>
            <a:lvl3pPr>
              <a:defRPr sz="1417"/>
            </a:lvl3pPr>
            <a:lvl4pPr>
              <a:defRPr sz="1181"/>
            </a:lvl4pPr>
            <a:lvl5pPr>
              <a:defRPr sz="1181"/>
            </a:lvl5pPr>
            <a:lvl6pPr>
              <a:defRPr sz="1181"/>
            </a:lvl6pPr>
            <a:lvl7pPr>
              <a:defRPr sz="1181"/>
            </a:lvl7pPr>
            <a:lvl8pPr>
              <a:defRPr sz="1181"/>
            </a:lvl8pPr>
            <a:lvl9pPr>
              <a:defRPr sz="1181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72000" y="1512094"/>
            <a:ext cx="1741858" cy="2801341"/>
          </a:xfrm>
        </p:spPr>
        <p:txBody>
          <a:bodyPr/>
          <a:lstStyle>
            <a:lvl1pPr marL="0" indent="0">
              <a:buNone/>
              <a:defRPr sz="945"/>
            </a:lvl1pPr>
            <a:lvl2pPr marL="270022" indent="0">
              <a:buNone/>
              <a:defRPr sz="827"/>
            </a:lvl2pPr>
            <a:lvl3pPr marL="540045" indent="0">
              <a:buNone/>
              <a:defRPr sz="709"/>
            </a:lvl3pPr>
            <a:lvl4pPr marL="810067" indent="0">
              <a:buNone/>
              <a:defRPr sz="591"/>
            </a:lvl4pPr>
            <a:lvl5pPr marL="1080089" indent="0">
              <a:buNone/>
              <a:defRPr sz="591"/>
            </a:lvl5pPr>
            <a:lvl6pPr marL="1350112" indent="0">
              <a:buNone/>
              <a:defRPr sz="591"/>
            </a:lvl6pPr>
            <a:lvl7pPr marL="1620134" indent="0">
              <a:buNone/>
              <a:defRPr sz="591"/>
            </a:lvl7pPr>
            <a:lvl8pPr marL="1890156" indent="0">
              <a:buNone/>
              <a:defRPr sz="591"/>
            </a:lvl8pPr>
            <a:lvl9pPr marL="2160179" indent="0">
              <a:buNone/>
              <a:defRPr sz="59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1A179-2826-B94E-B378-7E45598DB11F}" type="datetimeFigureOut">
              <a:rPr lang="en-NL" smtClean="0"/>
              <a:t>28/07/2026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D1CE5-9AC4-2C43-86EE-D71EBB327DF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0803867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2000" y="336021"/>
            <a:ext cx="1741858" cy="1176073"/>
          </a:xfrm>
        </p:spPr>
        <p:txBody>
          <a:bodyPr anchor="b"/>
          <a:lstStyle>
            <a:lvl1pPr>
              <a:defRPr sz="189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295990" y="725713"/>
            <a:ext cx="2734092" cy="3581889"/>
          </a:xfrm>
        </p:spPr>
        <p:txBody>
          <a:bodyPr anchor="t"/>
          <a:lstStyle>
            <a:lvl1pPr marL="0" indent="0">
              <a:buNone/>
              <a:defRPr sz="1890"/>
            </a:lvl1pPr>
            <a:lvl2pPr marL="270022" indent="0">
              <a:buNone/>
              <a:defRPr sz="1654"/>
            </a:lvl2pPr>
            <a:lvl3pPr marL="540045" indent="0">
              <a:buNone/>
              <a:defRPr sz="1417"/>
            </a:lvl3pPr>
            <a:lvl4pPr marL="810067" indent="0">
              <a:buNone/>
              <a:defRPr sz="1181"/>
            </a:lvl4pPr>
            <a:lvl5pPr marL="1080089" indent="0">
              <a:buNone/>
              <a:defRPr sz="1181"/>
            </a:lvl5pPr>
            <a:lvl6pPr marL="1350112" indent="0">
              <a:buNone/>
              <a:defRPr sz="1181"/>
            </a:lvl6pPr>
            <a:lvl7pPr marL="1620134" indent="0">
              <a:buNone/>
              <a:defRPr sz="1181"/>
            </a:lvl7pPr>
            <a:lvl8pPr marL="1890156" indent="0">
              <a:buNone/>
              <a:defRPr sz="1181"/>
            </a:lvl8pPr>
            <a:lvl9pPr marL="2160179" indent="0">
              <a:buNone/>
              <a:defRPr sz="1181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72000" y="1512094"/>
            <a:ext cx="1741858" cy="2801341"/>
          </a:xfrm>
        </p:spPr>
        <p:txBody>
          <a:bodyPr/>
          <a:lstStyle>
            <a:lvl1pPr marL="0" indent="0">
              <a:buNone/>
              <a:defRPr sz="945"/>
            </a:lvl1pPr>
            <a:lvl2pPr marL="270022" indent="0">
              <a:buNone/>
              <a:defRPr sz="827"/>
            </a:lvl2pPr>
            <a:lvl3pPr marL="540045" indent="0">
              <a:buNone/>
              <a:defRPr sz="709"/>
            </a:lvl3pPr>
            <a:lvl4pPr marL="810067" indent="0">
              <a:buNone/>
              <a:defRPr sz="591"/>
            </a:lvl4pPr>
            <a:lvl5pPr marL="1080089" indent="0">
              <a:buNone/>
              <a:defRPr sz="591"/>
            </a:lvl5pPr>
            <a:lvl6pPr marL="1350112" indent="0">
              <a:buNone/>
              <a:defRPr sz="591"/>
            </a:lvl6pPr>
            <a:lvl7pPr marL="1620134" indent="0">
              <a:buNone/>
              <a:defRPr sz="591"/>
            </a:lvl7pPr>
            <a:lvl8pPr marL="1890156" indent="0">
              <a:buNone/>
              <a:defRPr sz="591"/>
            </a:lvl8pPr>
            <a:lvl9pPr marL="2160179" indent="0">
              <a:buNone/>
              <a:defRPr sz="59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1A179-2826-B94E-B378-7E45598DB11F}" type="datetimeFigureOut">
              <a:rPr lang="en-NL" smtClean="0"/>
              <a:t>28/07/2026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D1CE5-9AC4-2C43-86EE-D71EBB327DF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6037973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1A179-2826-B94E-B378-7E45598DB11F}" type="datetimeFigureOut">
              <a:rPr lang="en-NL" smtClean="0"/>
              <a:t>28/07/2026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D1CE5-9AC4-2C43-86EE-D71EBB327DF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0085076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864858" y="268350"/>
            <a:ext cx="1164521" cy="4271432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71297" y="268350"/>
            <a:ext cx="3426053" cy="4271432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1A179-2826-B94E-B378-7E45598DB11F}" type="datetimeFigureOut">
              <a:rPr lang="en-NL" smtClean="0"/>
              <a:t>28/07/2026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D1CE5-9AC4-2C43-86EE-D71EBB327DF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4771823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71297" y="268351"/>
            <a:ext cx="4658082" cy="9742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71297" y="1341750"/>
            <a:ext cx="4658082" cy="31980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71296" y="4671625"/>
            <a:ext cx="1215152" cy="2683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0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2A1A179-2826-B94E-B378-7E45598DB11F}" type="datetimeFigureOut">
              <a:rPr lang="en-NL" smtClean="0"/>
              <a:t>28/07/2026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788974" y="4671625"/>
            <a:ext cx="1822728" cy="2683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0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814227" y="4671625"/>
            <a:ext cx="1215152" cy="2683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0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7D1CE5-9AC4-2C43-86EE-D71EBB327DF9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6917921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defTabSz="540045" rtl="0" eaLnBrk="1" latinLnBrk="0" hangingPunct="1">
        <a:lnSpc>
          <a:spcPct val="90000"/>
        </a:lnSpc>
        <a:spcBef>
          <a:spcPct val="0"/>
        </a:spcBef>
        <a:buNone/>
        <a:defRPr sz="259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35011" indent="-135011" algn="l" defTabSz="540045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1654" kern="1200">
          <a:solidFill>
            <a:schemeClr val="tx1"/>
          </a:solidFill>
          <a:latin typeface="+mn-lt"/>
          <a:ea typeface="+mn-ea"/>
          <a:cs typeface="+mn-cs"/>
        </a:defRPr>
      </a:lvl1pPr>
      <a:lvl2pPr marL="405033" indent="-135011" algn="l" defTabSz="540045" rtl="0" eaLnBrk="1" latinLnBrk="0" hangingPunct="1">
        <a:lnSpc>
          <a:spcPct val="90000"/>
        </a:lnSpc>
        <a:spcBef>
          <a:spcPts val="295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2pPr>
      <a:lvl3pPr marL="675056" indent="-135011" algn="l" defTabSz="540045" rtl="0" eaLnBrk="1" latinLnBrk="0" hangingPunct="1">
        <a:lnSpc>
          <a:spcPct val="90000"/>
        </a:lnSpc>
        <a:spcBef>
          <a:spcPts val="295"/>
        </a:spcBef>
        <a:buFont typeface="Arial" panose="020B0604020202020204" pitchFamily="34" charset="0"/>
        <a:buChar char="•"/>
        <a:defRPr sz="1181" kern="1200">
          <a:solidFill>
            <a:schemeClr val="tx1"/>
          </a:solidFill>
          <a:latin typeface="+mn-lt"/>
          <a:ea typeface="+mn-ea"/>
          <a:cs typeface="+mn-cs"/>
        </a:defRPr>
      </a:lvl3pPr>
      <a:lvl4pPr marL="945078" indent="-135011" algn="l" defTabSz="540045" rtl="0" eaLnBrk="1" latinLnBrk="0" hangingPunct="1">
        <a:lnSpc>
          <a:spcPct val="90000"/>
        </a:lnSpc>
        <a:spcBef>
          <a:spcPts val="295"/>
        </a:spcBef>
        <a:buFont typeface="Arial" panose="020B0604020202020204" pitchFamily="34" charset="0"/>
        <a:buChar char="•"/>
        <a:defRPr sz="1063" kern="1200">
          <a:solidFill>
            <a:schemeClr val="tx1"/>
          </a:solidFill>
          <a:latin typeface="+mn-lt"/>
          <a:ea typeface="+mn-ea"/>
          <a:cs typeface="+mn-cs"/>
        </a:defRPr>
      </a:lvl4pPr>
      <a:lvl5pPr marL="1215100" indent="-135011" algn="l" defTabSz="540045" rtl="0" eaLnBrk="1" latinLnBrk="0" hangingPunct="1">
        <a:lnSpc>
          <a:spcPct val="90000"/>
        </a:lnSpc>
        <a:spcBef>
          <a:spcPts val="295"/>
        </a:spcBef>
        <a:buFont typeface="Arial" panose="020B0604020202020204" pitchFamily="34" charset="0"/>
        <a:buChar char="•"/>
        <a:defRPr sz="1063" kern="1200">
          <a:solidFill>
            <a:schemeClr val="tx1"/>
          </a:solidFill>
          <a:latin typeface="+mn-lt"/>
          <a:ea typeface="+mn-ea"/>
          <a:cs typeface="+mn-cs"/>
        </a:defRPr>
      </a:lvl5pPr>
      <a:lvl6pPr marL="1485123" indent="-135011" algn="l" defTabSz="540045" rtl="0" eaLnBrk="1" latinLnBrk="0" hangingPunct="1">
        <a:lnSpc>
          <a:spcPct val="90000"/>
        </a:lnSpc>
        <a:spcBef>
          <a:spcPts val="295"/>
        </a:spcBef>
        <a:buFont typeface="Arial" panose="020B0604020202020204" pitchFamily="34" charset="0"/>
        <a:buChar char="•"/>
        <a:defRPr sz="1063" kern="1200">
          <a:solidFill>
            <a:schemeClr val="tx1"/>
          </a:solidFill>
          <a:latin typeface="+mn-lt"/>
          <a:ea typeface="+mn-ea"/>
          <a:cs typeface="+mn-cs"/>
        </a:defRPr>
      </a:lvl6pPr>
      <a:lvl7pPr marL="1755145" indent="-135011" algn="l" defTabSz="540045" rtl="0" eaLnBrk="1" latinLnBrk="0" hangingPunct="1">
        <a:lnSpc>
          <a:spcPct val="90000"/>
        </a:lnSpc>
        <a:spcBef>
          <a:spcPts val="295"/>
        </a:spcBef>
        <a:buFont typeface="Arial" panose="020B0604020202020204" pitchFamily="34" charset="0"/>
        <a:buChar char="•"/>
        <a:defRPr sz="1063" kern="1200">
          <a:solidFill>
            <a:schemeClr val="tx1"/>
          </a:solidFill>
          <a:latin typeface="+mn-lt"/>
          <a:ea typeface="+mn-ea"/>
          <a:cs typeface="+mn-cs"/>
        </a:defRPr>
      </a:lvl7pPr>
      <a:lvl8pPr marL="2025167" indent="-135011" algn="l" defTabSz="540045" rtl="0" eaLnBrk="1" latinLnBrk="0" hangingPunct="1">
        <a:lnSpc>
          <a:spcPct val="90000"/>
        </a:lnSpc>
        <a:spcBef>
          <a:spcPts val="295"/>
        </a:spcBef>
        <a:buFont typeface="Arial" panose="020B0604020202020204" pitchFamily="34" charset="0"/>
        <a:buChar char="•"/>
        <a:defRPr sz="1063" kern="1200">
          <a:solidFill>
            <a:schemeClr val="tx1"/>
          </a:solidFill>
          <a:latin typeface="+mn-lt"/>
          <a:ea typeface="+mn-ea"/>
          <a:cs typeface="+mn-cs"/>
        </a:defRPr>
      </a:lvl8pPr>
      <a:lvl9pPr marL="2295190" indent="-135011" algn="l" defTabSz="540045" rtl="0" eaLnBrk="1" latinLnBrk="0" hangingPunct="1">
        <a:lnSpc>
          <a:spcPct val="90000"/>
        </a:lnSpc>
        <a:spcBef>
          <a:spcPts val="295"/>
        </a:spcBef>
        <a:buFont typeface="Arial" panose="020B0604020202020204" pitchFamily="34" charset="0"/>
        <a:buChar char="•"/>
        <a:defRPr sz="10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40045" rtl="0" eaLnBrk="1" latinLnBrk="0" hangingPunct="1">
        <a:defRPr sz="1063" kern="1200">
          <a:solidFill>
            <a:schemeClr val="tx1"/>
          </a:solidFill>
          <a:latin typeface="+mn-lt"/>
          <a:ea typeface="+mn-ea"/>
          <a:cs typeface="+mn-cs"/>
        </a:defRPr>
      </a:lvl1pPr>
      <a:lvl2pPr marL="270022" algn="l" defTabSz="540045" rtl="0" eaLnBrk="1" latinLnBrk="0" hangingPunct="1">
        <a:defRPr sz="1063" kern="1200">
          <a:solidFill>
            <a:schemeClr val="tx1"/>
          </a:solidFill>
          <a:latin typeface="+mn-lt"/>
          <a:ea typeface="+mn-ea"/>
          <a:cs typeface="+mn-cs"/>
        </a:defRPr>
      </a:lvl2pPr>
      <a:lvl3pPr marL="540045" algn="l" defTabSz="540045" rtl="0" eaLnBrk="1" latinLnBrk="0" hangingPunct="1">
        <a:defRPr sz="1063" kern="1200">
          <a:solidFill>
            <a:schemeClr val="tx1"/>
          </a:solidFill>
          <a:latin typeface="+mn-lt"/>
          <a:ea typeface="+mn-ea"/>
          <a:cs typeface="+mn-cs"/>
        </a:defRPr>
      </a:lvl3pPr>
      <a:lvl4pPr marL="810067" algn="l" defTabSz="540045" rtl="0" eaLnBrk="1" latinLnBrk="0" hangingPunct="1">
        <a:defRPr sz="1063" kern="1200">
          <a:solidFill>
            <a:schemeClr val="tx1"/>
          </a:solidFill>
          <a:latin typeface="+mn-lt"/>
          <a:ea typeface="+mn-ea"/>
          <a:cs typeface="+mn-cs"/>
        </a:defRPr>
      </a:lvl4pPr>
      <a:lvl5pPr marL="1080089" algn="l" defTabSz="540045" rtl="0" eaLnBrk="1" latinLnBrk="0" hangingPunct="1">
        <a:defRPr sz="1063" kern="1200">
          <a:solidFill>
            <a:schemeClr val="tx1"/>
          </a:solidFill>
          <a:latin typeface="+mn-lt"/>
          <a:ea typeface="+mn-ea"/>
          <a:cs typeface="+mn-cs"/>
        </a:defRPr>
      </a:lvl5pPr>
      <a:lvl6pPr marL="1350112" algn="l" defTabSz="540045" rtl="0" eaLnBrk="1" latinLnBrk="0" hangingPunct="1">
        <a:defRPr sz="1063" kern="1200">
          <a:solidFill>
            <a:schemeClr val="tx1"/>
          </a:solidFill>
          <a:latin typeface="+mn-lt"/>
          <a:ea typeface="+mn-ea"/>
          <a:cs typeface="+mn-cs"/>
        </a:defRPr>
      </a:lvl6pPr>
      <a:lvl7pPr marL="1620134" algn="l" defTabSz="540045" rtl="0" eaLnBrk="1" latinLnBrk="0" hangingPunct="1">
        <a:defRPr sz="1063" kern="1200">
          <a:solidFill>
            <a:schemeClr val="tx1"/>
          </a:solidFill>
          <a:latin typeface="+mn-lt"/>
          <a:ea typeface="+mn-ea"/>
          <a:cs typeface="+mn-cs"/>
        </a:defRPr>
      </a:lvl7pPr>
      <a:lvl8pPr marL="1890156" algn="l" defTabSz="540045" rtl="0" eaLnBrk="1" latinLnBrk="0" hangingPunct="1">
        <a:defRPr sz="1063" kern="1200">
          <a:solidFill>
            <a:schemeClr val="tx1"/>
          </a:solidFill>
          <a:latin typeface="+mn-lt"/>
          <a:ea typeface="+mn-ea"/>
          <a:cs typeface="+mn-cs"/>
        </a:defRPr>
      </a:lvl8pPr>
      <a:lvl9pPr marL="2160179" algn="l" defTabSz="540045" rtl="0" eaLnBrk="1" latinLnBrk="0" hangingPunct="1">
        <a:defRPr sz="10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CD9885B1-CAF3-100C-E9A1-7FD318C8B46E}"/>
              </a:ext>
            </a:extLst>
          </p:cNvPr>
          <p:cNvGrpSpPr/>
          <p:nvPr/>
        </p:nvGrpSpPr>
        <p:grpSpPr>
          <a:xfrm>
            <a:off x="216530" y="270148"/>
            <a:ext cx="4967614" cy="4490818"/>
            <a:chOff x="3360574" y="341831"/>
            <a:chExt cx="4967614" cy="4490818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3EA8E2D3-94DA-0E1C-F3A4-7B427B739E16}"/>
                </a:ext>
              </a:extLst>
            </p:cNvPr>
            <p:cNvSpPr/>
            <p:nvPr/>
          </p:nvSpPr>
          <p:spPr>
            <a:xfrm>
              <a:off x="6675761" y="1653286"/>
              <a:ext cx="1430594" cy="3179363"/>
            </a:xfrm>
            <a:prstGeom prst="roundRect">
              <a:avLst/>
            </a:prstGeom>
            <a:solidFill>
              <a:srgbClr val="F9F8F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L" sz="1000" dirty="0">
                  <a:solidFill>
                    <a:schemeClr val="tx1"/>
                  </a:solidFill>
                </a:rPr>
                <a:t>Closing Meeting</a:t>
              </a:r>
            </a:p>
            <a:p>
              <a:pPr algn="ctr"/>
              <a:endParaRPr lang="en-NL" sz="1000" dirty="0">
                <a:solidFill>
                  <a:schemeClr val="tx1"/>
                </a:solidFill>
              </a:endParaRPr>
            </a:p>
            <a:p>
              <a:pPr algn="ctr"/>
              <a:r>
                <a:rPr lang="en-NL" sz="1000" dirty="0">
                  <a:solidFill>
                    <a:schemeClr val="tx1"/>
                  </a:solidFill>
                </a:rPr>
                <a:t>End Report</a:t>
              </a:r>
            </a:p>
            <a:p>
              <a:pPr algn="ctr"/>
              <a:endParaRPr lang="en-NL" sz="1000" dirty="0">
                <a:solidFill>
                  <a:schemeClr val="tx1"/>
                </a:solidFill>
              </a:endParaRP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327CDBBB-1322-A5A0-FEE2-5E2EFC3CB601}"/>
                </a:ext>
              </a:extLst>
            </p:cNvPr>
            <p:cNvSpPr/>
            <p:nvPr/>
          </p:nvSpPr>
          <p:spPr>
            <a:xfrm>
              <a:off x="5129084" y="1653286"/>
              <a:ext cx="1430594" cy="3179363"/>
            </a:xfrm>
            <a:prstGeom prst="roundRect">
              <a:avLst/>
            </a:prstGeom>
            <a:solidFill>
              <a:srgbClr val="EEF2F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sz="1000" dirty="0">
                <a:solidFill>
                  <a:schemeClr val="tx1"/>
                </a:solidFill>
              </a:endParaRPr>
            </a:p>
            <a:p>
              <a:pPr algn="ctr"/>
              <a:r>
                <a:rPr lang="en-NL" sz="1000" dirty="0">
                  <a:solidFill>
                    <a:schemeClr val="tx1"/>
                  </a:solidFill>
                </a:rPr>
                <a:t>Project Development</a:t>
              </a:r>
            </a:p>
            <a:p>
              <a:pPr algn="ctr"/>
              <a:endParaRPr lang="en-NL" sz="1000" dirty="0">
                <a:solidFill>
                  <a:schemeClr val="tx1"/>
                </a:solidFill>
              </a:endParaRPr>
            </a:p>
            <a:p>
              <a:pPr algn="ctr"/>
              <a:r>
                <a:rPr lang="en-NL" sz="1000" dirty="0">
                  <a:solidFill>
                    <a:schemeClr val="tx1"/>
                  </a:solidFill>
                </a:rPr>
                <a:t>Project Meetings</a:t>
              </a:r>
            </a:p>
            <a:p>
              <a:pPr algn="ctr"/>
              <a:endParaRPr lang="en-NL" sz="1000" dirty="0">
                <a:solidFill>
                  <a:schemeClr val="tx1"/>
                </a:solidFill>
              </a:endParaRPr>
            </a:p>
            <a:p>
              <a:pPr algn="ctr"/>
              <a:r>
                <a:rPr lang="en-NL" sz="1000" dirty="0">
                  <a:solidFill>
                    <a:schemeClr val="tx1"/>
                  </a:solidFill>
                </a:rPr>
                <a:t>Project Log</a:t>
              </a:r>
            </a:p>
            <a:p>
              <a:pPr algn="ctr"/>
              <a:endParaRPr lang="en-NL" sz="1000" dirty="0">
                <a:solidFill>
                  <a:schemeClr val="tx1"/>
                </a:solidFill>
              </a:endParaRPr>
            </a:p>
            <a:p>
              <a:pPr algn="ctr"/>
              <a:r>
                <a:rPr lang="en-NL" sz="1000" dirty="0">
                  <a:solidFill>
                    <a:schemeClr val="tx1"/>
                  </a:solidFill>
                </a:rPr>
                <a:t>Code Quality &amp; Sustaibility</a:t>
              </a:r>
            </a:p>
            <a:p>
              <a:pPr algn="ctr"/>
              <a:endParaRPr lang="en-NL" sz="1000" dirty="0">
                <a:solidFill>
                  <a:schemeClr val="tx1"/>
                </a:solidFill>
              </a:endParaRPr>
            </a:p>
            <a:p>
              <a:pPr algn="ctr"/>
              <a:r>
                <a:rPr lang="en-NL" sz="1000" dirty="0">
                  <a:solidFill>
                    <a:schemeClr val="tx1"/>
                  </a:solidFill>
                </a:rPr>
                <a:t>Knowledge Transfer</a:t>
              </a:r>
            </a:p>
            <a:p>
              <a:pPr algn="ctr"/>
              <a:endParaRPr lang="en-NL" sz="1000" dirty="0">
                <a:solidFill>
                  <a:schemeClr val="tx1"/>
                </a:solidFill>
              </a:endParaRPr>
            </a:p>
            <a:p>
              <a:pPr algn="ctr"/>
              <a:r>
                <a:rPr lang="en-NL" sz="1000" dirty="0">
                  <a:solidFill>
                    <a:schemeClr val="tx1"/>
                  </a:solidFill>
                </a:rPr>
                <a:t>Project Review</a:t>
              </a:r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9BF3D0E5-1B02-C86B-7FEE-054CC6955DEA}"/>
                </a:ext>
              </a:extLst>
            </p:cNvPr>
            <p:cNvSpPr/>
            <p:nvPr/>
          </p:nvSpPr>
          <p:spPr>
            <a:xfrm>
              <a:off x="3586825" y="1653286"/>
              <a:ext cx="1430594" cy="3179363"/>
            </a:xfrm>
            <a:prstGeom prst="roundRect">
              <a:avLst/>
            </a:prstGeom>
            <a:solidFill>
              <a:srgbClr val="F9F8F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br>
                <a:rPr lang="en-NL" sz="1000" dirty="0">
                  <a:solidFill>
                    <a:schemeClr val="tx1"/>
                  </a:solidFill>
                </a:rPr>
              </a:br>
              <a:endParaRPr lang="en-NL" sz="1000" dirty="0">
                <a:solidFill>
                  <a:schemeClr val="tx1"/>
                </a:solidFill>
              </a:endParaRPr>
            </a:p>
            <a:p>
              <a:pPr algn="ctr"/>
              <a:r>
                <a:rPr lang="en-NL" sz="1000" dirty="0">
                  <a:solidFill>
                    <a:schemeClr val="tx1"/>
                  </a:solidFill>
                </a:rPr>
                <a:t>SH Assignament</a:t>
              </a:r>
            </a:p>
            <a:p>
              <a:pPr algn="ctr"/>
              <a:endParaRPr lang="en-NL" sz="1000" dirty="0">
                <a:solidFill>
                  <a:schemeClr val="tx1"/>
                </a:solidFill>
              </a:endParaRPr>
            </a:p>
            <a:p>
              <a:pPr algn="ctr"/>
              <a:r>
                <a:rPr lang="en-NL" sz="1000" dirty="0">
                  <a:solidFill>
                    <a:schemeClr val="tx1"/>
                  </a:solidFill>
                </a:rPr>
                <a:t>Project Registration</a:t>
              </a:r>
            </a:p>
            <a:p>
              <a:pPr algn="ctr"/>
              <a:endParaRPr lang="en-NL" sz="1000" dirty="0">
                <a:solidFill>
                  <a:schemeClr val="tx1"/>
                </a:solidFill>
              </a:endParaRPr>
            </a:p>
            <a:p>
              <a:pPr algn="ctr"/>
              <a:r>
                <a:rPr lang="en-NL" sz="1000" dirty="0">
                  <a:solidFill>
                    <a:schemeClr val="tx1"/>
                  </a:solidFill>
                </a:rPr>
                <a:t>Project Staffing</a:t>
              </a:r>
            </a:p>
            <a:p>
              <a:pPr algn="ctr"/>
              <a:endParaRPr lang="en-NL" sz="1000" dirty="0">
                <a:solidFill>
                  <a:schemeClr val="tx1"/>
                </a:solidFill>
              </a:endParaRPr>
            </a:p>
            <a:p>
              <a:pPr algn="ctr"/>
              <a:r>
                <a:rPr lang="en-NL" sz="1000" dirty="0">
                  <a:solidFill>
                    <a:schemeClr val="tx1"/>
                  </a:solidFill>
                </a:rPr>
                <a:t>Administrative Kick-off Meeting</a:t>
              </a:r>
            </a:p>
            <a:p>
              <a:pPr algn="ctr"/>
              <a:endParaRPr lang="en-NL" sz="1000" dirty="0">
                <a:solidFill>
                  <a:schemeClr val="tx1"/>
                </a:solidFill>
              </a:endParaRPr>
            </a:p>
            <a:p>
              <a:pPr algn="ctr"/>
              <a:r>
                <a:rPr lang="en-NL" sz="1000" dirty="0">
                  <a:solidFill>
                    <a:schemeClr val="tx1"/>
                  </a:solidFill>
                </a:rPr>
                <a:t>Kick-off Meeting</a:t>
              </a:r>
            </a:p>
            <a:p>
              <a:pPr algn="ctr"/>
              <a:endParaRPr lang="en-NL" sz="1000" dirty="0">
                <a:solidFill>
                  <a:schemeClr val="tx1"/>
                </a:solidFill>
              </a:endParaRPr>
            </a:p>
            <a:p>
              <a:pPr algn="ctr"/>
              <a:r>
                <a:rPr lang="en-NL" sz="1000" dirty="0">
                  <a:solidFill>
                    <a:schemeClr val="tx1"/>
                  </a:solidFill>
                </a:rPr>
                <a:t>Legal Aggrements</a:t>
              </a:r>
            </a:p>
            <a:p>
              <a:pPr algn="ctr"/>
              <a:endParaRPr lang="en-NL" sz="1000" dirty="0">
                <a:solidFill>
                  <a:schemeClr val="tx1"/>
                </a:solidFill>
              </a:endParaRPr>
            </a:p>
            <a:p>
              <a:pPr algn="ctr"/>
              <a:r>
                <a:rPr lang="en-NL" sz="1000" dirty="0">
                  <a:solidFill>
                    <a:schemeClr val="tx1"/>
                  </a:solidFill>
                </a:rPr>
                <a:t>Technology Plan</a:t>
              </a:r>
            </a:p>
          </p:txBody>
        </p:sp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282B2352-F630-1E98-214C-C2CE9CFE349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360574" y="341831"/>
              <a:ext cx="4967614" cy="183502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8905076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128</TotalTime>
  <Words>34</Words>
  <Application>Microsoft Macintosh PowerPoint</Application>
  <PresentationFormat>Custom</PresentationFormat>
  <Paragraphs>29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Pablo Lopez-Tarifa</dc:creator>
  <cp:lastModifiedBy>Pablo Lopez-Tarifa</cp:lastModifiedBy>
  <cp:revision>1</cp:revision>
  <dcterms:created xsi:type="dcterms:W3CDTF">2026-07-27T08:57:39Z</dcterms:created>
  <dcterms:modified xsi:type="dcterms:W3CDTF">2026-07-28T07:56:00Z</dcterms:modified>
</cp:coreProperties>
</file>