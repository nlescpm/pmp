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5400675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F2F3"/>
    <a:srgbClr val="F9F8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A79CE5-139E-C641-AD3E-09C51B89859F}" v="8" dt="2026-07-27T11:05:58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56"/>
    <p:restoredTop sz="94658"/>
  </p:normalViewPr>
  <p:slideViewPr>
    <p:cSldViewPr snapToGrid="0">
      <p:cViewPr varScale="1">
        <p:scale>
          <a:sx n="157" d="100"/>
          <a:sy n="157" d="100"/>
        </p:scale>
        <p:origin x="2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Lopez-Tarifa" userId="cee9dd59-b929-45f6-b309-b6095fcca39b" providerId="ADAL" clId="{7DBB9EE6-AD92-5BF3-945A-E5C30DB93B8E}"/>
    <pc:docChg chg="modSld">
      <pc:chgData name="Pablo Lopez-Tarifa" userId="cee9dd59-b929-45f6-b309-b6095fcca39b" providerId="ADAL" clId="{7DBB9EE6-AD92-5BF3-945A-E5C30DB93B8E}" dt="2026-07-28T07:55:51.823" v="19" actId="20577"/>
      <pc:docMkLst>
        <pc:docMk/>
      </pc:docMkLst>
      <pc:sldChg chg="modSp mod">
        <pc:chgData name="Pablo Lopez-Tarifa" userId="cee9dd59-b929-45f6-b309-b6095fcca39b" providerId="ADAL" clId="{7DBB9EE6-AD92-5BF3-945A-E5C30DB93B8E}" dt="2026-07-28T07:55:51.823" v="19" actId="20577"/>
        <pc:sldMkLst>
          <pc:docMk/>
          <pc:sldMk cId="2890507671" sldId="256"/>
        </pc:sldMkLst>
        <pc:spChg chg="mod">
          <ac:chgData name="Pablo Lopez-Tarifa" userId="cee9dd59-b929-45f6-b309-b6095fcca39b" providerId="ADAL" clId="{7DBB9EE6-AD92-5BF3-945A-E5C30DB93B8E}" dt="2026-07-28T07:55:51.823" v="19" actId="20577"/>
          <ac:spMkLst>
            <pc:docMk/>
            <pc:sldMk cId="2890507671" sldId="256"/>
            <ac:spMk id="5" creationId="{9BF3D0E5-1B02-C86B-7FEE-054CC6955D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51" y="824885"/>
            <a:ext cx="4590574" cy="1754776"/>
          </a:xfrm>
        </p:spPr>
        <p:txBody>
          <a:bodyPr anchor="b"/>
          <a:lstStyle>
            <a:lvl1pPr algn="ctr">
              <a:defRPr sz="35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5085" y="2647331"/>
            <a:ext cx="4050506" cy="1216909"/>
          </a:xfrm>
        </p:spPr>
        <p:txBody>
          <a:bodyPr/>
          <a:lstStyle>
            <a:lvl1pPr marL="0" indent="0" algn="ctr">
              <a:buNone/>
              <a:defRPr sz="1417"/>
            </a:lvl1pPr>
            <a:lvl2pPr marL="270022" indent="0" algn="ctr">
              <a:buNone/>
              <a:defRPr sz="1181"/>
            </a:lvl2pPr>
            <a:lvl3pPr marL="540045" indent="0" algn="ctr">
              <a:buNone/>
              <a:defRPr sz="1063"/>
            </a:lvl3pPr>
            <a:lvl4pPr marL="810067" indent="0" algn="ctr">
              <a:buNone/>
              <a:defRPr sz="945"/>
            </a:lvl4pPr>
            <a:lvl5pPr marL="1080089" indent="0" algn="ctr">
              <a:buNone/>
              <a:defRPr sz="945"/>
            </a:lvl5pPr>
            <a:lvl6pPr marL="1350112" indent="0" algn="ctr">
              <a:buNone/>
              <a:defRPr sz="945"/>
            </a:lvl6pPr>
            <a:lvl7pPr marL="1620134" indent="0" algn="ctr">
              <a:buNone/>
              <a:defRPr sz="945"/>
            </a:lvl7pPr>
            <a:lvl8pPr marL="1890156" indent="0" algn="ctr">
              <a:buNone/>
              <a:defRPr sz="945"/>
            </a:lvl8pPr>
            <a:lvl9pPr marL="2160179" indent="0" algn="ctr">
              <a:buNone/>
              <a:defRPr sz="945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91043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999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84" y="1256579"/>
            <a:ext cx="4658082" cy="2096630"/>
          </a:xfrm>
        </p:spPr>
        <p:txBody>
          <a:bodyPr anchor="b"/>
          <a:lstStyle>
            <a:lvl1pPr>
              <a:defRPr sz="35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484" y="3373044"/>
            <a:ext cx="4658082" cy="1102568"/>
          </a:xfrm>
        </p:spPr>
        <p:txBody>
          <a:bodyPr/>
          <a:lstStyle>
            <a:lvl1pPr marL="0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1pPr>
            <a:lvl2pPr marL="270022" indent="0">
              <a:buNone/>
              <a:defRPr sz="1181">
                <a:solidFill>
                  <a:schemeClr val="tx1">
                    <a:tint val="82000"/>
                  </a:schemeClr>
                </a:solidFill>
              </a:defRPr>
            </a:lvl2pPr>
            <a:lvl3pPr marL="540045" indent="0">
              <a:buNone/>
              <a:defRPr sz="1063">
                <a:solidFill>
                  <a:schemeClr val="tx1">
                    <a:tint val="82000"/>
                  </a:schemeClr>
                </a:solidFill>
              </a:defRPr>
            </a:lvl3pPr>
            <a:lvl4pPr marL="810067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4pPr>
            <a:lvl5pPr marL="108008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5pPr>
            <a:lvl6pPr marL="1350112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6pPr>
            <a:lvl7pPr marL="1620134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7pPr>
            <a:lvl8pPr marL="1890156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8pPr>
            <a:lvl9pPr marL="216017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92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1296" y="1341750"/>
            <a:ext cx="2295287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34092" y="1341750"/>
            <a:ext cx="2295287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94473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68351"/>
            <a:ext cx="4658082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01" y="1235577"/>
            <a:ext cx="2284738" cy="605537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2001" y="1841114"/>
            <a:ext cx="2284738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34092" y="1235577"/>
            <a:ext cx="2295990" cy="605537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34092" y="1841114"/>
            <a:ext cx="2295990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60794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3228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8183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336021"/>
            <a:ext cx="1741858" cy="1176073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5990" y="725713"/>
            <a:ext cx="2734092" cy="3581889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7"/>
            </a:lvl3pPr>
            <a:lvl4pPr>
              <a:defRPr sz="1181"/>
            </a:lvl4pPr>
            <a:lvl5pPr>
              <a:defRPr sz="1181"/>
            </a:lvl5pPr>
            <a:lvl6pPr>
              <a:defRPr sz="1181"/>
            </a:lvl6pPr>
            <a:lvl7pPr>
              <a:defRPr sz="1181"/>
            </a:lvl7pPr>
            <a:lvl8pPr>
              <a:defRPr sz="1181"/>
            </a:lvl8pPr>
            <a:lvl9pPr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512094"/>
            <a:ext cx="1741858" cy="2801341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8038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336021"/>
            <a:ext cx="1741858" cy="1176073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95990" y="725713"/>
            <a:ext cx="2734092" cy="3581889"/>
          </a:xfrm>
        </p:spPr>
        <p:txBody>
          <a:bodyPr anchor="t"/>
          <a:lstStyle>
            <a:lvl1pPr marL="0" indent="0">
              <a:buNone/>
              <a:defRPr sz="1890"/>
            </a:lvl1pPr>
            <a:lvl2pPr marL="270022" indent="0">
              <a:buNone/>
              <a:defRPr sz="1654"/>
            </a:lvl2pPr>
            <a:lvl3pPr marL="540045" indent="0">
              <a:buNone/>
              <a:defRPr sz="1417"/>
            </a:lvl3pPr>
            <a:lvl4pPr marL="810067" indent="0">
              <a:buNone/>
              <a:defRPr sz="1181"/>
            </a:lvl4pPr>
            <a:lvl5pPr marL="1080089" indent="0">
              <a:buNone/>
              <a:defRPr sz="1181"/>
            </a:lvl5pPr>
            <a:lvl6pPr marL="1350112" indent="0">
              <a:buNone/>
              <a:defRPr sz="1181"/>
            </a:lvl6pPr>
            <a:lvl7pPr marL="1620134" indent="0">
              <a:buNone/>
              <a:defRPr sz="1181"/>
            </a:lvl7pPr>
            <a:lvl8pPr marL="1890156" indent="0">
              <a:buNone/>
              <a:defRPr sz="1181"/>
            </a:lvl8pPr>
            <a:lvl9pPr marL="2160179" indent="0">
              <a:buNone/>
              <a:defRPr sz="1181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512094"/>
            <a:ext cx="1741858" cy="2801341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03797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08507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64858" y="268350"/>
            <a:ext cx="1164521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1297" y="268350"/>
            <a:ext cx="3426053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77182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297" y="268351"/>
            <a:ext cx="4658082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1297" y="1341750"/>
            <a:ext cx="4658082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1296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A1A179-2826-B94E-B378-7E45598DB11F}" type="datetimeFigureOut">
              <a:rPr lang="en-NL" smtClean="0"/>
              <a:t>04/09/2026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8974" y="4671625"/>
            <a:ext cx="1822728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4227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9179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40045" rtl="0" eaLnBrk="1" latinLnBrk="0" hangingPunct="1">
        <a:lnSpc>
          <a:spcPct val="90000"/>
        </a:lnSpc>
        <a:spcBef>
          <a:spcPct val="0"/>
        </a:spcBef>
        <a:buNone/>
        <a:defRPr sz="2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5011" indent="-135011" algn="l" defTabSz="540045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503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675056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45078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21510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48512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755145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2025167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29519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1pPr>
      <a:lvl2pPr marL="27002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2pPr>
      <a:lvl3pPr marL="540045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3pPr>
      <a:lvl4pPr marL="810067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08008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35011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620134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1890156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16017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9885B1-CAF3-100C-E9A1-7FD318C8B46E}"/>
              </a:ext>
            </a:extLst>
          </p:cNvPr>
          <p:cNvGrpSpPr/>
          <p:nvPr/>
        </p:nvGrpSpPr>
        <p:grpSpPr>
          <a:xfrm>
            <a:off x="216530" y="270148"/>
            <a:ext cx="4967614" cy="4490818"/>
            <a:chOff x="3360574" y="341831"/>
            <a:chExt cx="4967614" cy="449081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EA8E2D3-94DA-0E1C-F3A4-7B427B739E16}"/>
                </a:ext>
              </a:extLst>
            </p:cNvPr>
            <p:cNvSpPr/>
            <p:nvPr/>
          </p:nvSpPr>
          <p:spPr>
            <a:xfrm>
              <a:off x="6675761" y="1653286"/>
              <a:ext cx="1430594" cy="3179363"/>
            </a:xfrm>
            <a:prstGeom prst="roundRect">
              <a:avLst/>
            </a:prstGeom>
            <a:solidFill>
              <a:srgbClr val="F9F8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Closing Meeting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End Report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327CDBBB-1322-A5A0-FEE2-5E2EFC3CB601}"/>
                </a:ext>
              </a:extLst>
            </p:cNvPr>
            <p:cNvSpPr/>
            <p:nvPr/>
          </p:nvSpPr>
          <p:spPr>
            <a:xfrm>
              <a:off x="5129084" y="1653286"/>
              <a:ext cx="1430594" cy="3179363"/>
            </a:xfrm>
            <a:prstGeom prst="roundRect">
              <a:avLst/>
            </a:prstGeom>
            <a:solidFill>
              <a:srgbClr val="EEF2F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Development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Meetings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Log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Code Quality &amp; </a:t>
              </a:r>
              <a:r>
                <a:rPr lang="en-GB" sz="1000" dirty="0">
                  <a:solidFill>
                    <a:schemeClr val="tx1"/>
                  </a:solidFill>
                </a:rPr>
                <a:t>Sustainability</a:t>
              </a:r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Knowledge Transfer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Review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9BF3D0E5-1B02-C86B-7FEE-054CC6955DEA}"/>
                </a:ext>
              </a:extLst>
            </p:cNvPr>
            <p:cNvSpPr/>
            <p:nvPr/>
          </p:nvSpPr>
          <p:spPr>
            <a:xfrm>
              <a:off x="3586825" y="1653286"/>
              <a:ext cx="1430594" cy="3179363"/>
            </a:xfrm>
            <a:prstGeom prst="roundRect">
              <a:avLst/>
            </a:prstGeom>
            <a:solidFill>
              <a:srgbClr val="F9F8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br>
                <a:rPr lang="en-NL" sz="1000" dirty="0">
                  <a:solidFill>
                    <a:schemeClr val="tx1"/>
                  </a:solidFill>
                </a:rPr>
              </a:br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SH </a:t>
              </a:r>
              <a:r>
                <a:rPr lang="en-GB" sz="1000" dirty="0">
                  <a:solidFill>
                    <a:schemeClr val="tx1"/>
                  </a:solidFill>
                </a:rPr>
                <a:t>Assignment</a:t>
              </a:r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Registration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Staffing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Administrative Kick-off Meeting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Kick-off Meeting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>
                  <a:solidFill>
                    <a:schemeClr val="tx1"/>
                  </a:solidFill>
                </a:rPr>
                <a:t>Legal Agreements</a:t>
              </a:r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Technology Plan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82B2352-F630-1E98-214C-C2CE9CFE3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60574" y="341831"/>
              <a:ext cx="4967614" cy="18350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0507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129</TotalTime>
  <Words>34</Words>
  <Application>Microsoft Macintosh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Pablo Lopez-Tarifa</dc:creator>
  <cp:lastModifiedBy>Pablo Lopez-Tarifa</cp:lastModifiedBy>
  <cp:revision>3</cp:revision>
  <dcterms:created xsi:type="dcterms:W3CDTF">2026-07-27T08:57:39Z</dcterms:created>
  <dcterms:modified xsi:type="dcterms:W3CDTF">2026-09-04T09:17:02Z</dcterms:modified>
</cp:coreProperties>
</file>