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2F3"/>
    <a:srgbClr val="F9F8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37"/>
    <p:restoredTop sz="94673"/>
  </p:normalViewPr>
  <p:slideViewPr>
    <p:cSldViewPr snapToGrid="0">
      <p:cViewPr>
        <p:scale>
          <a:sx n="180" d="100"/>
          <a:sy n="180" d="100"/>
        </p:scale>
        <p:origin x="-2496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EBD10-3479-D86D-8CB8-8D17356DE8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59F270-81A0-4DB0-1442-964D498BD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0F167-2A14-53FB-B7B6-64BAEFA5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1A179-2826-B94E-B378-7E45598DB11F}" type="datetimeFigureOut">
              <a:rPr lang="en-NL" smtClean="0"/>
              <a:t>27/07/2026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5E668-6124-E5A1-2279-8F8E2CA4C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7C48E-24FB-C565-0D4C-A978FD891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1CE5-9AC4-2C43-86EE-D71EBB327DF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24977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FA927-6C7B-6DCB-B43B-26640C5CA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732BB-6CFE-6D2D-2789-E220EF0C3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BAE83-DF94-A1F9-ED9F-2AE23BA82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1A179-2826-B94E-B378-7E45598DB11F}" type="datetimeFigureOut">
              <a:rPr lang="en-NL" smtClean="0"/>
              <a:t>27/07/2026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D6DE5-692D-24CA-4CEE-24C12C943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F95DD-F2AA-8466-D016-5FDFC1AF2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1CE5-9AC4-2C43-86EE-D71EBB327DF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47539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3D1F3-A6F5-C2C5-C8AD-B3E6DEACD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016D08-9BBF-2F71-9F84-1DADE7934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27F98-3410-C3EA-3376-1C7D4E042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1A179-2826-B94E-B378-7E45598DB11F}" type="datetimeFigureOut">
              <a:rPr lang="en-NL" smtClean="0"/>
              <a:t>27/07/2026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ABBAC-0E8E-74F8-C5AF-553E85B27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E1B5-8494-35D3-1479-CDF5155C1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1CE5-9AC4-2C43-86EE-D71EBB327DF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71971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C2EBF-EBAF-9FD2-AEEA-C8B7079CD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31D2E-9B28-FCA5-EC82-B04FED3305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F15FD2-3245-E239-F5ED-6CE65CDC04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554EE-DD72-24FD-2CD2-A602515F6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1A179-2826-B94E-B378-7E45598DB11F}" type="datetimeFigureOut">
              <a:rPr lang="en-NL" smtClean="0"/>
              <a:t>27/07/2026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37C7FE-B40D-C5C4-8E81-FD203EFC2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F02708-07B8-58CE-D342-BD3C10F4E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1CE5-9AC4-2C43-86EE-D71EBB327DF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51060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A0FBF-EB08-6205-B94B-73D3C20C5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CC43B-68A3-8EC9-5171-96C76D5BC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8924EB-20C6-AC1B-292F-94F2D9CCF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C7313B-B916-3989-E3F5-44FB053B00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0A11AC-A452-7C0D-ED44-0ECBF3FD89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43C78E-1B68-EC5A-3AED-7D1CC5FEF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1A179-2826-B94E-B378-7E45598DB11F}" type="datetimeFigureOut">
              <a:rPr lang="en-NL" smtClean="0"/>
              <a:t>27/07/2026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AB94E1-95A5-32C1-27F1-2A373A267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70F46C-CBBD-9E4F-3685-9AFA1452F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1CE5-9AC4-2C43-86EE-D71EBB327DF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22173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29026-29E7-BBE7-0DB6-8BFFB92F4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068189-F9F0-37DB-BECC-EBC61D0CE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1A179-2826-B94E-B378-7E45598DB11F}" type="datetimeFigureOut">
              <a:rPr lang="en-NL" smtClean="0"/>
              <a:t>27/07/2026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603C9-0B91-87E0-0F63-D01BEED73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8F6FC9-6C1A-24A8-C7AB-9B2D34B49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1CE5-9AC4-2C43-86EE-D71EBB327DF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73525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0F20DE-63C9-7E41-011D-847E4DD5B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1A179-2826-B94E-B378-7E45598DB11F}" type="datetimeFigureOut">
              <a:rPr lang="en-NL" smtClean="0"/>
              <a:t>27/07/2026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92BF2E-CC9F-1F72-4091-93B27C3D1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94D94-F10A-31AA-4CEF-498C46085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1CE5-9AC4-2C43-86EE-D71EBB327DF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55740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E9775-ED62-7C98-1B01-7B902D75A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6B1E3-C339-C867-DF10-A5C82096A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50142F-6CE2-7D0A-4C67-9F6D3FE84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D60C1A-C945-E4CF-9593-042297A64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1A179-2826-B94E-B378-7E45598DB11F}" type="datetimeFigureOut">
              <a:rPr lang="en-NL" smtClean="0"/>
              <a:t>27/07/2026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D7ACBC-0999-780E-3F8A-8D39628E7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04625-0874-E814-14A0-9DA85325B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1CE5-9AC4-2C43-86EE-D71EBB327DF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98241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111D3-DEDD-1E8B-C8AA-E8E7688D5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EBD5C6-1F17-1464-B9BD-15A65113FF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04B203-45C2-907B-1938-1FDE9732B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ED89CD-63B2-6EFD-BFD4-33EEB3581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1A179-2826-B94E-B378-7E45598DB11F}" type="datetimeFigureOut">
              <a:rPr lang="en-NL" smtClean="0"/>
              <a:t>27/07/2026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984E3E-0CDC-C81A-6EB5-0FF3FEB4E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8A9D2-3B21-95B2-4E80-A46267286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1CE5-9AC4-2C43-86EE-D71EBB327DF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49653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AF2B0-64FC-A173-F79D-045BD1EE0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2164F8-74B6-A9AB-F129-AEABF8780B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99819-5AE9-1389-AA2D-823AA2475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1A179-2826-B94E-B378-7E45598DB11F}" type="datetimeFigureOut">
              <a:rPr lang="en-NL" smtClean="0"/>
              <a:t>27/07/2026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31932-8458-8E86-C99F-F4EB18989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34C08-C272-A34D-E92E-8ED22BC0A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1CE5-9AC4-2C43-86EE-D71EBB327DF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93622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904305-28CE-0A5C-60F4-ACCEA23315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F7925A-7C8F-EE64-98AF-DA53DB284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84BF0-A9F1-686C-6C52-B24FE8A09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1A179-2826-B94E-B378-7E45598DB11F}" type="datetimeFigureOut">
              <a:rPr lang="en-NL" smtClean="0"/>
              <a:t>27/07/2026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AA2A7-8EA4-3CD9-6BC5-72F3BD70D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DA45E-FD6F-4E70-ADED-979E061D5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1CE5-9AC4-2C43-86EE-D71EBB327DF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13574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E25186-63E4-E4D0-5AB2-013956EFE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004F2-1B30-5EFE-ECFB-02C7EBB01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C10BF-D411-4733-3EFD-3F46ABA54F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A1A179-2826-B94E-B378-7E45598DB11F}" type="datetimeFigureOut">
              <a:rPr lang="en-NL" smtClean="0"/>
              <a:t>27/07/2026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DB6A4-C922-E0F4-7872-62B1854C1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975AE-5B3F-90A2-4081-5A6348EA53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7D1CE5-9AC4-2C43-86EE-D71EBB327DF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02335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EA8E2D3-94DA-0E1C-F3A4-7B427B739E16}"/>
              </a:ext>
            </a:extLst>
          </p:cNvPr>
          <p:cNvSpPr/>
          <p:nvPr/>
        </p:nvSpPr>
        <p:spPr>
          <a:xfrm>
            <a:off x="6927380" y="1658107"/>
            <a:ext cx="1430594" cy="3179363"/>
          </a:xfrm>
          <a:prstGeom prst="roundRect">
            <a:avLst/>
          </a:prstGeom>
          <a:solidFill>
            <a:srgbClr val="F9F8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000" dirty="0">
                <a:solidFill>
                  <a:schemeClr val="tx1"/>
                </a:solidFill>
              </a:rPr>
              <a:t>Closing Meeting</a:t>
            </a:r>
          </a:p>
          <a:p>
            <a:pPr algn="ctr"/>
            <a:endParaRPr lang="en-NL" sz="1000" dirty="0">
              <a:solidFill>
                <a:schemeClr val="tx1"/>
              </a:solidFill>
            </a:endParaRPr>
          </a:p>
          <a:p>
            <a:pPr algn="ctr"/>
            <a:r>
              <a:rPr lang="en-NL" sz="1000" dirty="0">
                <a:solidFill>
                  <a:schemeClr val="tx1"/>
                </a:solidFill>
              </a:rPr>
              <a:t>End Report</a:t>
            </a:r>
          </a:p>
          <a:p>
            <a:pPr algn="ctr"/>
            <a:endParaRPr lang="en-NL" sz="1000" dirty="0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27CDBBB-1322-A5A0-FEE2-5E2EFC3CB601}"/>
              </a:ext>
            </a:extLst>
          </p:cNvPr>
          <p:cNvSpPr/>
          <p:nvPr/>
        </p:nvSpPr>
        <p:spPr>
          <a:xfrm>
            <a:off x="5380703" y="1658107"/>
            <a:ext cx="1430594" cy="3179363"/>
          </a:xfrm>
          <a:prstGeom prst="roundRect">
            <a:avLst/>
          </a:prstGeom>
          <a:solidFill>
            <a:srgbClr val="EEF2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000" dirty="0">
              <a:solidFill>
                <a:schemeClr val="tx1"/>
              </a:solidFill>
            </a:endParaRPr>
          </a:p>
          <a:p>
            <a:pPr algn="ctr"/>
            <a:r>
              <a:rPr lang="en-NL" sz="1000" dirty="0">
                <a:solidFill>
                  <a:schemeClr val="tx1"/>
                </a:solidFill>
              </a:rPr>
              <a:t>Project Development</a:t>
            </a:r>
          </a:p>
          <a:p>
            <a:pPr algn="ctr"/>
            <a:endParaRPr lang="en-NL" sz="1000" dirty="0">
              <a:solidFill>
                <a:schemeClr val="tx1"/>
              </a:solidFill>
            </a:endParaRPr>
          </a:p>
          <a:p>
            <a:pPr algn="ctr"/>
            <a:r>
              <a:rPr lang="en-NL" sz="1000" dirty="0">
                <a:solidFill>
                  <a:schemeClr val="tx1"/>
                </a:solidFill>
              </a:rPr>
              <a:t>Project Meetings</a:t>
            </a:r>
          </a:p>
          <a:p>
            <a:pPr algn="ctr"/>
            <a:endParaRPr lang="en-NL" sz="1000" dirty="0">
              <a:solidFill>
                <a:schemeClr val="tx1"/>
              </a:solidFill>
            </a:endParaRPr>
          </a:p>
          <a:p>
            <a:pPr algn="ctr"/>
            <a:r>
              <a:rPr lang="en-NL" sz="1000" dirty="0">
                <a:solidFill>
                  <a:schemeClr val="tx1"/>
                </a:solidFill>
              </a:rPr>
              <a:t>Project Log</a:t>
            </a:r>
          </a:p>
          <a:p>
            <a:pPr algn="ctr"/>
            <a:endParaRPr lang="en-NL" sz="1000" dirty="0">
              <a:solidFill>
                <a:schemeClr val="tx1"/>
              </a:solidFill>
            </a:endParaRPr>
          </a:p>
          <a:p>
            <a:pPr algn="ctr"/>
            <a:r>
              <a:rPr lang="en-NL" sz="1000" dirty="0">
                <a:solidFill>
                  <a:schemeClr val="tx1"/>
                </a:solidFill>
              </a:rPr>
              <a:t>Code Quality &amp; Sustaibility</a:t>
            </a:r>
          </a:p>
          <a:p>
            <a:pPr algn="ctr"/>
            <a:endParaRPr lang="en-NL" sz="1000" dirty="0">
              <a:solidFill>
                <a:schemeClr val="tx1"/>
              </a:solidFill>
            </a:endParaRPr>
          </a:p>
          <a:p>
            <a:pPr algn="ctr"/>
            <a:r>
              <a:rPr lang="en-NL" sz="1000" dirty="0">
                <a:solidFill>
                  <a:schemeClr val="tx1"/>
                </a:solidFill>
              </a:rPr>
              <a:t>Knowledge Transfer</a:t>
            </a:r>
          </a:p>
          <a:p>
            <a:pPr algn="ctr"/>
            <a:endParaRPr lang="en-NL" sz="1000" dirty="0">
              <a:solidFill>
                <a:schemeClr val="tx1"/>
              </a:solidFill>
            </a:endParaRPr>
          </a:p>
          <a:p>
            <a:pPr algn="ctr"/>
            <a:r>
              <a:rPr lang="en-NL" sz="1000" dirty="0">
                <a:solidFill>
                  <a:schemeClr val="tx1"/>
                </a:solidFill>
              </a:rPr>
              <a:t>Project Review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BF3D0E5-1B02-C86B-7FEE-054CC6955DEA}"/>
              </a:ext>
            </a:extLst>
          </p:cNvPr>
          <p:cNvSpPr/>
          <p:nvPr/>
        </p:nvSpPr>
        <p:spPr>
          <a:xfrm>
            <a:off x="3838444" y="1658107"/>
            <a:ext cx="1430594" cy="3179363"/>
          </a:xfrm>
          <a:prstGeom prst="roundRect">
            <a:avLst/>
          </a:prstGeom>
          <a:solidFill>
            <a:srgbClr val="F9F8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NL" sz="1000" dirty="0">
                <a:solidFill>
                  <a:schemeClr val="tx1"/>
                </a:solidFill>
              </a:rPr>
            </a:br>
            <a:endParaRPr lang="en-NL" sz="1000" dirty="0">
              <a:solidFill>
                <a:schemeClr val="tx1"/>
              </a:solidFill>
            </a:endParaRPr>
          </a:p>
          <a:p>
            <a:pPr algn="ctr"/>
            <a:r>
              <a:rPr lang="en-NL" sz="1000" dirty="0">
                <a:solidFill>
                  <a:schemeClr val="tx1"/>
                </a:solidFill>
              </a:rPr>
              <a:t>SH Assignament</a:t>
            </a:r>
          </a:p>
          <a:p>
            <a:pPr algn="ctr"/>
            <a:endParaRPr lang="en-NL" sz="1000" dirty="0">
              <a:solidFill>
                <a:schemeClr val="tx1"/>
              </a:solidFill>
            </a:endParaRPr>
          </a:p>
          <a:p>
            <a:pPr algn="ctr"/>
            <a:r>
              <a:rPr lang="en-NL" sz="1000" dirty="0">
                <a:solidFill>
                  <a:schemeClr val="tx1"/>
                </a:solidFill>
              </a:rPr>
              <a:t>Administration Setup</a:t>
            </a:r>
          </a:p>
          <a:p>
            <a:pPr algn="ctr"/>
            <a:endParaRPr lang="en-NL" sz="1000" dirty="0">
              <a:solidFill>
                <a:schemeClr val="tx1"/>
              </a:solidFill>
            </a:endParaRPr>
          </a:p>
          <a:p>
            <a:pPr algn="ctr"/>
            <a:r>
              <a:rPr lang="en-NL" sz="1000" dirty="0">
                <a:solidFill>
                  <a:schemeClr val="tx1"/>
                </a:solidFill>
              </a:rPr>
              <a:t>Project Staffing</a:t>
            </a:r>
          </a:p>
          <a:p>
            <a:pPr algn="ctr"/>
            <a:endParaRPr lang="en-NL" sz="1000" dirty="0">
              <a:solidFill>
                <a:schemeClr val="tx1"/>
              </a:solidFill>
            </a:endParaRPr>
          </a:p>
          <a:p>
            <a:pPr algn="ctr"/>
            <a:r>
              <a:rPr lang="en-NL" sz="1000" dirty="0">
                <a:solidFill>
                  <a:schemeClr val="tx1"/>
                </a:solidFill>
              </a:rPr>
              <a:t>Administrative Kick-off Meeting</a:t>
            </a:r>
          </a:p>
          <a:p>
            <a:pPr algn="ctr"/>
            <a:endParaRPr lang="en-NL" sz="1000" dirty="0">
              <a:solidFill>
                <a:schemeClr val="tx1"/>
              </a:solidFill>
            </a:endParaRPr>
          </a:p>
          <a:p>
            <a:pPr algn="ctr"/>
            <a:r>
              <a:rPr lang="en-NL" sz="1000" dirty="0">
                <a:solidFill>
                  <a:schemeClr val="tx1"/>
                </a:solidFill>
              </a:rPr>
              <a:t>Kick-off Meeting</a:t>
            </a:r>
          </a:p>
          <a:p>
            <a:pPr algn="ctr"/>
            <a:endParaRPr lang="en-NL" sz="1000" dirty="0">
              <a:solidFill>
                <a:schemeClr val="tx1"/>
              </a:solidFill>
            </a:endParaRPr>
          </a:p>
          <a:p>
            <a:pPr algn="ctr"/>
            <a:r>
              <a:rPr lang="en-NL" sz="1000" dirty="0">
                <a:solidFill>
                  <a:schemeClr val="tx1"/>
                </a:solidFill>
              </a:rPr>
              <a:t>Legal Aggrements</a:t>
            </a:r>
          </a:p>
          <a:p>
            <a:pPr algn="ctr"/>
            <a:endParaRPr lang="en-NL" sz="1000" dirty="0">
              <a:solidFill>
                <a:schemeClr val="tx1"/>
              </a:solidFill>
            </a:endParaRPr>
          </a:p>
          <a:p>
            <a:pPr algn="ctr"/>
            <a:r>
              <a:rPr lang="en-NL" sz="1000" dirty="0">
                <a:solidFill>
                  <a:schemeClr val="tx1"/>
                </a:solidFill>
              </a:rPr>
              <a:t>Technology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2B2352-F630-1E98-214C-C2CE9CFE3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2193" y="346654"/>
            <a:ext cx="4967614" cy="183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507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34</Words>
  <Application>Microsoft Macintosh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Pablo Lopez-Tarifa</dc:creator>
  <cp:lastModifiedBy>Pablo Lopez-Tarifa</cp:lastModifiedBy>
  <cp:revision>1</cp:revision>
  <dcterms:created xsi:type="dcterms:W3CDTF">2026-07-27T08:57:39Z</dcterms:created>
  <dcterms:modified xsi:type="dcterms:W3CDTF">2026-07-27T10:54:14Z</dcterms:modified>
</cp:coreProperties>
</file>